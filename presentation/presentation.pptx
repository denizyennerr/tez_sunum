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2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5050-0E15-4C5B-92B0-66D068882F1F}" type="datetimeFigureOut">
              <a:rPr lang="tr-TR" smtClean="0"/>
              <a:pPr/>
              <a:t>4.04.2026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 smtClean="0"/>
              <a:t>aaa</a:t>
            </a:r>
            <a:endParaRPr lang="tr-TR" dirty="0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 smtClean="0"/>
              <a:t>acccaa</a:t>
            </a:r>
            <a:endParaRPr lang="tr-TR" dirty="0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 smtClean="0"/>
              <a:t>bbbb</a:t>
            </a:r>
            <a:endParaRPr lang="tr-TR" dirty="0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PresentationFormat>Ekran Gösterisi 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4" baseType="lpstr">
      <vt:lpstr>Ofis Teması</vt:lpstr>
      <vt:lpstr>aaa</vt:lpstr>
      <vt:lpstr>acccaa</vt:lpstr>
      <vt:lpstr>bbbb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</dc:title>
  <dc:creator>Yusuf Can İbisoglu</dc:creator>
  <cp:lastModifiedBy>Yusuf Can İbisoglu</cp:lastModifiedBy>
  <cp:revision>2</cp:revision>
  <dcterms:created xsi:type="dcterms:W3CDTF">2026-04-04T00:36:48Z</dcterms:created>
  <dcterms:modified xsi:type="dcterms:W3CDTF">2026-04-04T00:37:15Z</dcterms:modified>
</cp:coreProperties>
</file>